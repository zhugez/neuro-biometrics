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EEGMetricModel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2788920"/>
            <a:ext cx="1463040" cy="8229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3741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x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C=4, T)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286000" y="1234440"/>
            <a:ext cx="2743200" cy="4160520"/>
          </a:xfrm>
          <a:prstGeom prst="round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6B728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514600" y="850392"/>
            <a:ext cx="201168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WaveNetDenoiser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06040" y="1737360"/>
            <a:ext cx="2103120" cy="640080"/>
          </a:xfrm>
          <a:prstGeom prst="roundRect">
            <a:avLst/>
          </a:prstGeom>
          <a:solidFill>
            <a:srgbClr val="DFF0D8"/>
          </a:solidFill>
          <a:ln w="12700">
            <a:solidFill>
              <a:srgbClr val="3741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InputConv1d (1×1)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channels→hidden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06040" y="2651760"/>
            <a:ext cx="2103120" cy="1005840"/>
          </a:xfrm>
          <a:prstGeom prst="roundRect">
            <a:avLst/>
          </a:prstGeom>
          <a:solidFill>
            <a:srgbClr val="F7D6D6"/>
          </a:solidFill>
          <a:ln w="12700">
            <a:solidFill>
              <a:srgbClr val="3741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WaveNetBlock × 12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(dilations: 1,2,4,8 repeated)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06040" y="4023360"/>
            <a:ext cx="2103120" cy="868680"/>
          </a:xfrm>
          <a:prstGeom prst="roundRect">
            <a:avLst/>
          </a:prstGeom>
          <a:solidFill>
            <a:srgbClr val="FFF0C9"/>
          </a:solidFill>
          <a:ln w="12700">
            <a:solidFill>
              <a:srgbClr val="3741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OutputConv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ReLU→1×1→ReLU→1×1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2377440"/>
            <a:ext cx="0" cy="27432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57600" y="3657600"/>
            <a:ext cx="0" cy="36576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5257800" y="2880360"/>
            <a:ext cx="1417320" cy="685800"/>
          </a:xfrm>
          <a:prstGeom prst="roundRect">
            <a:avLst/>
          </a:prstGeom>
          <a:solidFill>
            <a:srgbClr val="D9ECFF"/>
          </a:solidFill>
          <a:ln w="12700">
            <a:solidFill>
              <a:srgbClr val="3741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unsqueeze(-1)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(B,C,T)→(B,C,T,1)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1234440"/>
            <a:ext cx="3749040" cy="4160520"/>
          </a:xfrm>
          <a:prstGeom prst="round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6B7280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178040" y="850392"/>
            <a:ext cx="256032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ResNetMetricEmbedder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69480" y="1737360"/>
            <a:ext cx="3108960" cy="1143000"/>
          </a:xfrm>
          <a:prstGeom prst="roundRect">
            <a:avLst/>
          </a:prstGeom>
          <a:solidFill>
            <a:srgbClr val="DFF0D8"/>
          </a:solidFill>
          <a:ln w="12700">
            <a:solidFill>
              <a:srgbClr val="3741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backbone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conv1: in_chans=4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→ Identity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69480" y="3200400"/>
            <a:ext cx="3108960" cy="777240"/>
          </a:xfrm>
          <a:prstGeom prst="roundRect">
            <a:avLst/>
          </a:prstGeom>
          <a:solidFill>
            <a:srgbClr val="FFF0C9"/>
          </a:solidFill>
          <a:ln w="12700">
            <a:solidFill>
              <a:srgbClr val="3741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→ BatchNorm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69480" y="4297680"/>
            <a:ext cx="3108960" cy="685800"/>
          </a:xfrm>
          <a:prstGeom prst="roundRect">
            <a:avLst/>
          </a:prstGeom>
          <a:solidFill>
            <a:srgbClr val="F7D6D6"/>
          </a:solidFill>
          <a:ln w="12700">
            <a:solidFill>
              <a:srgbClr val="3741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Normalize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23960" y="2880360"/>
            <a:ext cx="0" cy="32004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823960" y="3977640"/>
            <a:ext cx="0" cy="32004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011680" y="3200400"/>
            <a:ext cx="27432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29200" y="3200400"/>
            <a:ext cx="22860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75120" y="3200400"/>
            <a:ext cx="27432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2560320" y="5715000"/>
            <a:ext cx="219456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3741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(B,C,T)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55280" y="5715000"/>
            <a:ext cx="2377440" cy="68580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3741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embed_dim)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0" y="5394960"/>
            <a:ext cx="0" cy="32004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823960" y="5394960"/>
            <a:ext cx="0" cy="32004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48640" y="64465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Blocks/layers follow your code: WaveNetBlock uses gated activation (tanh ⊙ sigmoid) with residual 1×1 conv.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WaveNetBlock (gated residual)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2971800"/>
            <a:ext cx="1371600" cy="8229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3741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(B, hidden, T)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468880" y="2971800"/>
            <a:ext cx="2011680" cy="822960"/>
          </a:xfrm>
          <a:prstGeom prst="roundRect">
            <a:avLst/>
          </a:prstGeom>
          <a:solidFill>
            <a:srgbClr val="FFF0C9"/>
          </a:solidFill>
          <a:ln w="12700">
            <a:solidFill>
              <a:srgbClr val="3741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Dilated Conv1d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k=3, dilation=d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2×hidden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800600" y="1691640"/>
            <a:ext cx="1280160" cy="685800"/>
          </a:xfrm>
          <a:prstGeom prst="roundRect">
            <a:avLst/>
          </a:prstGeom>
          <a:solidFill>
            <a:srgbClr val="DFF0D8"/>
          </a:solidFill>
          <a:ln w="12700">
            <a:solidFill>
              <a:srgbClr val="3741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00600" y="4251960"/>
            <a:ext cx="1280160" cy="685800"/>
          </a:xfrm>
          <a:prstGeom prst="roundRect">
            <a:avLst/>
          </a:prstGeom>
          <a:solidFill>
            <a:srgbClr val="DFF0D8"/>
          </a:solidFill>
          <a:ln w="12700">
            <a:solidFill>
              <a:srgbClr val="3741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55080" y="2971800"/>
            <a:ext cx="1463040" cy="822960"/>
          </a:xfrm>
          <a:prstGeom prst="roundRect">
            <a:avLst/>
          </a:prstGeom>
          <a:solidFill>
            <a:srgbClr val="D9ECFF"/>
          </a:solidFill>
          <a:ln w="12700">
            <a:solidFill>
              <a:srgbClr val="3741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92440" y="2971800"/>
            <a:ext cx="1645920" cy="822960"/>
          </a:xfrm>
          <a:prstGeom prst="roundRect">
            <a:avLst/>
          </a:prstGeom>
          <a:solidFill>
            <a:srgbClr val="FFF0C9"/>
          </a:solidFill>
          <a:ln w="12700">
            <a:solidFill>
              <a:srgbClr val="3741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 1×1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hidden→hidden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30968" y="3227832"/>
            <a:ext cx="329184" cy="329184"/>
          </a:xfrm>
          <a:prstGeom prst="ellipse">
            <a:avLst/>
          </a:prstGeom>
          <a:solidFill>
            <a:srgbClr val="D9ECFF"/>
          </a:solidFill>
          <a:ln w="12700">
            <a:solidFill>
              <a:srgbClr val="3741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561320" y="2971800"/>
            <a:ext cx="1188720" cy="8229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37415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f(x)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40280" y="1417320"/>
            <a:ext cx="9646920" cy="3886200"/>
          </a:xfrm>
          <a:prstGeom prst="roundRect">
            <a:avLst/>
          </a:prstGeom>
          <a:solidFill>
            <a:srgbClr val="FFFFFF">
              <a:alpha val="0"/>
            </a:srgbClr>
          </a:solidFill>
          <a:ln w="15875">
            <a:solidFill>
              <a:srgbClr val="6B728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2468880" y="1033272"/>
            <a:ext cx="2011680" cy="292608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WaveNetBlock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03120" y="3383280"/>
            <a:ext cx="36576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18120" y="3383280"/>
            <a:ext cx="27432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738360" y="3383280"/>
            <a:ext cx="292608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360152" y="3383280"/>
            <a:ext cx="201168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80560" y="3383280"/>
            <a:ext cx="13716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034540"/>
            <a:ext cx="0" cy="134874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2034540"/>
            <a:ext cx="18288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617720" y="3383280"/>
            <a:ext cx="0" cy="121158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4594860"/>
            <a:ext cx="18288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080760" y="2034540"/>
            <a:ext cx="274320" cy="134874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080760" y="4594860"/>
            <a:ext cx="274320" cy="-121158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617720" y="3383280"/>
            <a:ext cx="173736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417320" y="2971800"/>
            <a:ext cx="0" cy="-114300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417320" y="1828800"/>
            <a:ext cx="8778240" cy="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95560" y="1828800"/>
            <a:ext cx="0" cy="1554480"/>
          </a:xfrm>
          <a:prstGeom prst="line">
            <a:avLst/>
          </a:prstGeom>
          <a:noFill/>
          <a:ln w="25400">
            <a:solidFill>
              <a:srgbClr val="374151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731520" y="6035040"/>
            <a:ext cx="11338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(from your code): h = Conv1d(x); split → tanh(h1) ⊙ sigmoid(h2); return x + Conv1d1×1(h).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ChatGPT</cp:lastModifiedBy>
  <cp:revision>1</cp:revision>
  <dcterms:created xsi:type="dcterms:W3CDTF">2026-01-13T01:42:04Z</dcterms:created>
  <dcterms:modified xsi:type="dcterms:W3CDTF">2026-01-13T01:42:04Z</dcterms:modified>
</cp:coreProperties>
</file>